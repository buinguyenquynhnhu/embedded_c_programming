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2" r:id="rId5"/>
    <p:sldId id="267" r:id="rId6"/>
    <p:sldId id="264" r:id="rId7"/>
    <p:sldId id="263" r:id="rId8"/>
    <p:sldId id="265" r:id="rId9"/>
    <p:sldId id="268" r:id="rId10"/>
    <p:sldId id="261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53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80EFD-3CD5-47B9-A504-2FC5EE42E31C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39C0D-16DD-47CA-9045-481EA74C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48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DB97A-633A-0F65-A0E9-B1C64B28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92DC9-919E-39D8-0CE5-2F4E00A78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639E9-B725-BD81-CA0B-5D5159768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554F-D6CE-D993-21BA-B07C6640E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26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D8486-51DA-2313-AE59-35C58C9C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E655B-6687-3254-D065-AF736EE9D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4ABECD-D1D2-5561-AB79-7113361D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2600A-4F97-B9D7-5EB5-A8CD989F1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10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9D92-B0F5-5B15-E602-654EFEAD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9FFA7-8E68-02F7-0402-0DA241A68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9B215-C2B3-E180-4950-F4046058E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2C005-42F6-05FB-CA33-0AD195502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2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F9F4-3CDC-0D94-2A4B-E763F06F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96CAD-36CB-5523-728C-240082449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6FB89-B3E1-3F29-90B4-7EDCE4B5C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12A7C-4EBE-206F-8AAC-593309856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15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13C6-BFE1-135D-EE6D-D17C3EF9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0D305-251F-DEA3-38D1-6FC84AC55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DCFC3-EE2C-3F3E-3180-42F3D2677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3C981-B4B0-CBAE-CEC8-9AAF68133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9C0D-16DD-47CA-9045-481EA74CDC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13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5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6.png"/><Relationship Id="rId2" Type="http://schemas.openxmlformats.org/officeDocument/2006/relationships/video" Target="../media/media1.mp4"/><Relationship Id="rId16" Type="http://schemas.openxmlformats.org/officeDocument/2006/relationships/image" Target="../media/image23.png"/><Relationship Id="rId1" Type="http://schemas.microsoft.com/office/2007/relationships/media" Target="../media/media1.mp4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7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8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9.png"/><Relationship Id="rId2" Type="http://schemas.openxmlformats.org/officeDocument/2006/relationships/video" Target="../media/media2.mp4"/><Relationship Id="rId16" Type="http://schemas.openxmlformats.org/officeDocument/2006/relationships/image" Target="../media/image23.png"/><Relationship Id="rId1" Type="http://schemas.microsoft.com/office/2007/relationships/media" Target="../media/media2.mp4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8.png"/><Relationship Id="rId2" Type="http://schemas.openxmlformats.org/officeDocument/2006/relationships/image" Target="../media/image30.png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735" b="-497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4177929" y="8078300"/>
            <a:ext cx="7976443" cy="4207573"/>
          </a:xfrm>
          <a:custGeom>
            <a:avLst/>
            <a:gdLst/>
            <a:ahLst/>
            <a:cxnLst/>
            <a:rect l="l" t="t" r="r" b="b"/>
            <a:pathLst>
              <a:path w="7976443" h="4207573">
                <a:moveTo>
                  <a:pt x="7976443" y="0"/>
                </a:moveTo>
                <a:lnTo>
                  <a:pt x="0" y="0"/>
                </a:lnTo>
                <a:lnTo>
                  <a:pt x="0" y="4207574"/>
                </a:lnTo>
                <a:lnTo>
                  <a:pt x="7976443" y="4207574"/>
                </a:lnTo>
                <a:lnTo>
                  <a:pt x="79764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1599"/>
            <a:ext cx="3453011" cy="2243450"/>
          </a:xfrm>
          <a:custGeom>
            <a:avLst/>
            <a:gdLst/>
            <a:ahLst/>
            <a:cxnLst/>
            <a:rect l="l" t="t" r="r" b="b"/>
            <a:pathLst>
              <a:path w="3453011" h="2243450">
                <a:moveTo>
                  <a:pt x="0" y="0"/>
                </a:moveTo>
                <a:lnTo>
                  <a:pt x="3453011" y="0"/>
                </a:lnTo>
                <a:lnTo>
                  <a:pt x="3453011" y="2243450"/>
                </a:lnTo>
                <a:lnTo>
                  <a:pt x="0" y="2243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83857" t="-867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67852" y="7849971"/>
            <a:ext cx="4752296" cy="39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Máy</a:t>
            </a:r>
            <a:r>
              <a:rPr lang="en-US" sz="23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r>
              <a:rPr lang="en-US" sz="23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và</a:t>
            </a:r>
            <a:r>
              <a:rPr lang="en-US" sz="23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game </a:t>
            </a: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rắn</a:t>
            </a:r>
            <a:r>
              <a:rPr lang="en-US" sz="23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săn</a:t>
            </a:r>
            <a:r>
              <a:rPr lang="en-US" sz="23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mồi</a:t>
            </a:r>
            <a:endParaRPr lang="en-US" sz="2399" b="1" dirty="0">
              <a:solidFill>
                <a:srgbClr val="004AA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75217" y="3359936"/>
            <a:ext cx="1013756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3"/>
              </a:lnSpc>
            </a:pPr>
            <a:r>
              <a:rPr lang="en-US" sz="6101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Báo cáo cuối </a:t>
            </a:r>
            <a:r>
              <a:rPr lang="en-US" sz="6101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khoá</a:t>
            </a:r>
            <a:endParaRPr lang="en-US" sz="6101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63654" y="1184812"/>
            <a:ext cx="8160693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HCMUT EE MACHINE LEARNING &amp; IOT LAB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9524" y="4737800"/>
            <a:ext cx="1533647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6000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KHOÁ EMBEDDING C PROGRAMMING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54" y="9814560"/>
            <a:ext cx="4378806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Ho Chi Minh City – 2025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426679" y="155772"/>
            <a:ext cx="3509532" cy="967552"/>
            <a:chOff x="0" y="0"/>
            <a:chExt cx="4679375" cy="1290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5896" cy="1190218"/>
            </a:xfrm>
            <a:custGeom>
              <a:avLst/>
              <a:gdLst/>
              <a:ahLst/>
              <a:cxnLst/>
              <a:rect l="l" t="t" r="r" b="b"/>
              <a:pathLst>
                <a:path w="1265896" h="1190218">
                  <a:moveTo>
                    <a:pt x="0" y="0"/>
                  </a:moveTo>
                  <a:lnTo>
                    <a:pt x="1265896" y="0"/>
                  </a:lnTo>
                  <a:lnTo>
                    <a:pt x="1265896" y="1190218"/>
                  </a:lnTo>
                  <a:lnTo>
                    <a:pt x="0" y="1190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122" t="-15730" r="-46798" b="-293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78925" y="0"/>
              <a:ext cx="1103711" cy="1190218"/>
            </a:xfrm>
            <a:custGeom>
              <a:avLst/>
              <a:gdLst/>
              <a:ahLst/>
              <a:cxnLst/>
              <a:rect l="l" t="t" r="r" b="b"/>
              <a:pathLst>
                <a:path w="1103711" h="1190218">
                  <a:moveTo>
                    <a:pt x="0" y="0"/>
                  </a:moveTo>
                  <a:lnTo>
                    <a:pt x="1103711" y="0"/>
                  </a:lnTo>
                  <a:lnTo>
                    <a:pt x="1103711" y="1190218"/>
                  </a:lnTo>
                  <a:lnTo>
                    <a:pt x="0" y="1190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473" r="-12024" b="-163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400240" y="10934"/>
              <a:ext cx="1279136" cy="1279136"/>
            </a:xfrm>
            <a:custGeom>
              <a:avLst/>
              <a:gdLst/>
              <a:ahLst/>
              <a:cxnLst/>
              <a:rect l="l" t="t" r="r" b="b"/>
              <a:pathLst>
                <a:path w="1279136" h="1279136">
                  <a:moveTo>
                    <a:pt x="0" y="0"/>
                  </a:moveTo>
                  <a:lnTo>
                    <a:pt x="1279135" y="0"/>
                  </a:lnTo>
                  <a:lnTo>
                    <a:pt x="1279135" y="1279136"/>
                  </a:lnTo>
                  <a:lnTo>
                    <a:pt x="0" y="1279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555" b="-3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66605" y="4252595"/>
            <a:ext cx="7354790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Máy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endParaRPr lang="en-US" sz="6000" b="1" u="none" strike="noStrike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Freeform 4"/>
          <p:cNvSpPr/>
          <p:nvPr/>
        </p:nvSpPr>
        <p:spPr>
          <a:xfrm rot="-10800000" flipH="1">
            <a:off x="-1796385" y="8820450"/>
            <a:ext cx="6481990" cy="1466550"/>
          </a:xfrm>
          <a:custGeom>
            <a:avLst/>
            <a:gdLst/>
            <a:ahLst/>
            <a:cxnLst/>
            <a:rect l="l" t="t" r="r" b="b"/>
            <a:pathLst>
              <a:path w="6481990" h="1466550">
                <a:moveTo>
                  <a:pt x="6481990" y="0"/>
                </a:moveTo>
                <a:lnTo>
                  <a:pt x="0" y="0"/>
                </a:lnTo>
                <a:lnTo>
                  <a:pt x="0" y="1466550"/>
                </a:lnTo>
                <a:lnTo>
                  <a:pt x="6481990" y="1466550"/>
                </a:lnTo>
                <a:lnTo>
                  <a:pt x="64819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801026" y="-1169283"/>
            <a:ext cx="6198190" cy="3269545"/>
          </a:xfrm>
          <a:custGeom>
            <a:avLst/>
            <a:gdLst/>
            <a:ahLst/>
            <a:cxnLst/>
            <a:rect l="l" t="t" r="r" b="b"/>
            <a:pathLst>
              <a:path w="6198190" h="3269545">
                <a:moveTo>
                  <a:pt x="6198190" y="3269545"/>
                </a:moveTo>
                <a:lnTo>
                  <a:pt x="0" y="3269545"/>
                </a:lnTo>
                <a:lnTo>
                  <a:pt x="0" y="0"/>
                </a:lnTo>
                <a:lnTo>
                  <a:pt x="6198190" y="0"/>
                </a:lnTo>
                <a:lnTo>
                  <a:pt x="6198190" y="326954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Máy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1.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Nối</a:t>
            </a: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mạch</a:t>
            </a:r>
            <a:endParaRPr lang="en-US" sz="2999" b="1" dirty="0">
              <a:solidFill>
                <a:srgbClr val="004AA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CD4DC4-EB7D-7D5C-1C4D-E3060BEE8B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8376" y="2005091"/>
            <a:ext cx="10134600" cy="7539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8956-B86C-8912-DBE9-65D912C4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B06128-6E2D-0624-FFC4-1BA6A96D8E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106256B-E363-E573-A0F7-B9E18E32DAE5}"/>
              </a:ext>
            </a:extLst>
          </p:cNvPr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3386BBE-9468-8290-2067-6701D994AEA0}"/>
              </a:ext>
            </a:extLst>
          </p:cNvPr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D3CC91-4413-B5BD-0498-734C0C15AE99}"/>
              </a:ext>
            </a:extLst>
          </p:cNvPr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2143CA1-8415-6C3D-284A-09ABD6B259B5}"/>
              </a:ext>
            </a:extLst>
          </p:cNvPr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EF58B54-EA07-33DC-4E92-A761A0F4AD9B}"/>
              </a:ext>
            </a:extLst>
          </p:cNvPr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C466127-08E3-6BE8-44A1-1326BA43FF28}"/>
              </a:ext>
            </a:extLst>
          </p:cNvPr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E1DC6C-E048-943B-2D94-80E808F73907}"/>
              </a:ext>
            </a:extLst>
          </p:cNvPr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Máy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195AEF1-50CF-8417-CCB5-0BC302CC3FAB}"/>
              </a:ext>
            </a:extLst>
          </p:cNvPr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2.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Trạng</a:t>
            </a: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thái</a:t>
            </a:r>
            <a:endParaRPr lang="en-US" sz="2999" b="1" dirty="0">
              <a:solidFill>
                <a:srgbClr val="004AA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00B5A3-FFFC-8AB9-2C9A-74AC6F443D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01" y="2149603"/>
            <a:ext cx="11867446" cy="736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2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FC90-A01D-B3FA-54CB-8C918F46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E90171-994B-24FF-C29C-B21EABC290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666103-18B5-2BFD-2B3A-8DB96D6666D0}"/>
              </a:ext>
            </a:extLst>
          </p:cNvPr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1D47482-F169-7FF0-8DA4-D35F78686EFC}"/>
              </a:ext>
            </a:extLst>
          </p:cNvPr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B6FE10-8922-6ABC-816F-088D030D26FA}"/>
              </a:ext>
            </a:extLst>
          </p:cNvPr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E2208F5-A4D9-C9F1-B1F5-DD8DA97FBF5E}"/>
              </a:ext>
            </a:extLst>
          </p:cNvPr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7B12419-A47F-4B27-5920-AB6FD04D3F6F}"/>
              </a:ext>
            </a:extLst>
          </p:cNvPr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8FD63C-06E1-845D-B650-EB7AC63ACF3C}"/>
              </a:ext>
            </a:extLst>
          </p:cNvPr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7E6763-F5FB-1BF8-2578-AAF1550D81BF}"/>
              </a:ext>
            </a:extLst>
          </p:cNvPr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Máy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tính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ECFBC9F-3FF0-5663-03B0-42A2913C1B0E}"/>
              </a:ext>
            </a:extLst>
          </p:cNvPr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3. Demo</a:t>
            </a:r>
          </a:p>
        </p:txBody>
      </p:sp>
      <p:pic>
        <p:nvPicPr>
          <p:cNvPr id="11" name="1969152148773892356">
            <a:hlinkClick r:id="" action="ppaction://media"/>
            <a:extLst>
              <a:ext uri="{FF2B5EF4-FFF2-40B4-BE49-F238E27FC236}">
                <a16:creationId xmlns:a16="http://schemas.microsoft.com/office/drawing/2014/main" id="{33C27B7D-9F67-65A2-AA99-77CB8B43F8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7005783" y="-1028700"/>
            <a:ext cx="6477000" cy="1152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7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FE73-4AF0-76DA-2B55-7E7F396F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9EA768-1DEC-03B8-E1A2-AE5C3D01FBE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555" b="-3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5209D36-C47E-3FF2-62A5-49DE02664B3D}"/>
              </a:ext>
            </a:extLst>
          </p:cNvPr>
          <p:cNvSpPr txBox="1"/>
          <p:nvPr/>
        </p:nvSpPr>
        <p:spPr>
          <a:xfrm>
            <a:off x="5466605" y="4252595"/>
            <a:ext cx="7354790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Game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rắn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săn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mồi</a:t>
            </a:r>
            <a:endParaRPr lang="en-US" sz="6000" b="1" u="none" strike="noStrike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5DE8768-514A-C1E1-969B-BD8739E01B5F}"/>
              </a:ext>
            </a:extLst>
          </p:cNvPr>
          <p:cNvSpPr/>
          <p:nvPr/>
        </p:nvSpPr>
        <p:spPr>
          <a:xfrm rot="-10800000" flipH="1">
            <a:off x="-1796385" y="8820450"/>
            <a:ext cx="6481990" cy="1466550"/>
          </a:xfrm>
          <a:custGeom>
            <a:avLst/>
            <a:gdLst/>
            <a:ahLst/>
            <a:cxnLst/>
            <a:rect l="l" t="t" r="r" b="b"/>
            <a:pathLst>
              <a:path w="6481990" h="1466550">
                <a:moveTo>
                  <a:pt x="6481990" y="0"/>
                </a:moveTo>
                <a:lnTo>
                  <a:pt x="0" y="0"/>
                </a:lnTo>
                <a:lnTo>
                  <a:pt x="0" y="1466550"/>
                </a:lnTo>
                <a:lnTo>
                  <a:pt x="6481990" y="1466550"/>
                </a:lnTo>
                <a:lnTo>
                  <a:pt x="64819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85EEEEB-B0A6-C20D-9070-F1DB437DF5FA}"/>
              </a:ext>
            </a:extLst>
          </p:cNvPr>
          <p:cNvSpPr/>
          <p:nvPr/>
        </p:nvSpPr>
        <p:spPr>
          <a:xfrm flipH="1" flipV="1">
            <a:off x="14801026" y="-1169283"/>
            <a:ext cx="6198190" cy="3269545"/>
          </a:xfrm>
          <a:custGeom>
            <a:avLst/>
            <a:gdLst/>
            <a:ahLst/>
            <a:cxnLst/>
            <a:rect l="l" t="t" r="r" b="b"/>
            <a:pathLst>
              <a:path w="6198190" h="3269545">
                <a:moveTo>
                  <a:pt x="6198190" y="3269545"/>
                </a:moveTo>
                <a:lnTo>
                  <a:pt x="0" y="3269545"/>
                </a:lnTo>
                <a:lnTo>
                  <a:pt x="0" y="0"/>
                </a:lnTo>
                <a:lnTo>
                  <a:pt x="6198190" y="0"/>
                </a:lnTo>
                <a:lnTo>
                  <a:pt x="6198190" y="326954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46D3-B455-9FAB-C65D-C417855D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B83060-FF54-1B49-D2FA-AD593CD06F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43A85C-DACF-B894-0081-D2EA88240497}"/>
              </a:ext>
            </a:extLst>
          </p:cNvPr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C79083-B700-01BD-13AD-1309C6322C6C}"/>
              </a:ext>
            </a:extLst>
          </p:cNvPr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D085C7-1C27-753C-CAFB-A6B7E5F6AC90}"/>
              </a:ext>
            </a:extLst>
          </p:cNvPr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FF5ADF-407D-DE88-6069-3718FD4C1F11}"/>
              </a:ext>
            </a:extLst>
          </p:cNvPr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6E3EF6E-7186-A5B2-36E9-4517A8EA2450}"/>
              </a:ext>
            </a:extLst>
          </p:cNvPr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CEED4A9-ABAD-0B50-95C7-B9489EDBF12E}"/>
              </a:ext>
            </a:extLst>
          </p:cNvPr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C8F229C-6517-F980-2C65-6B0ED30E727D}"/>
              </a:ext>
            </a:extLst>
          </p:cNvPr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Rắn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săn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mồi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BAD13B-277F-0D25-050B-02EA615D9E6B}"/>
              </a:ext>
            </a:extLst>
          </p:cNvPr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1.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Nối</a:t>
            </a: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mạch</a:t>
            </a:r>
            <a:endParaRPr lang="en-US" sz="2999" b="1" dirty="0">
              <a:solidFill>
                <a:srgbClr val="004AA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E951C6-0DEC-CE49-E313-D42835EB16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1353008"/>
            <a:ext cx="8526065" cy="744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4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0776-D711-2847-3933-C4C89A2F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D7DAAF-EDFF-E908-A8E9-214C35E77D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451" b="-4545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328C3C-349C-99ED-73D0-946617FA2488}"/>
              </a:ext>
            </a:extLst>
          </p:cNvPr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ADE8E6C-002D-8690-6CA3-79C95A40E8B6}"/>
              </a:ext>
            </a:extLst>
          </p:cNvPr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47E3B45-9370-4AC1-03C9-3B2C02C23413}"/>
              </a:ext>
            </a:extLst>
          </p:cNvPr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EDFE918-D86A-798F-53F7-9ECDC4FF5D28}"/>
              </a:ext>
            </a:extLst>
          </p:cNvPr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A2D64E7-4EFC-0696-0597-8566057D3452}"/>
              </a:ext>
            </a:extLst>
          </p:cNvPr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929EFA3-FD31-4AD0-13D0-BC255A7E2DA7}"/>
              </a:ext>
            </a:extLst>
          </p:cNvPr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8C1BCF-B0B9-9522-974C-2257C4E18BE1}"/>
              </a:ext>
            </a:extLst>
          </p:cNvPr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Rắn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săn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mồi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8B1F615-A3B5-A401-B102-2ACE5925DAEA}"/>
              </a:ext>
            </a:extLst>
          </p:cNvPr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2.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Trạng</a:t>
            </a: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999" b="1" dirty="0" err="1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thái</a:t>
            </a:r>
            <a:endParaRPr lang="en-US" sz="2999" b="1" dirty="0">
              <a:solidFill>
                <a:srgbClr val="004AA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2DCBD4-BA3D-8C01-50B4-A08A139564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9" t="165" r="21237" b="-253"/>
          <a:stretch>
            <a:fillRect/>
          </a:stretch>
        </p:blipFill>
        <p:spPr>
          <a:xfrm>
            <a:off x="8339963" y="59126"/>
            <a:ext cx="8616414" cy="102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8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B378-CDB3-90BF-A222-E15F3F69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6F578C-F842-61F9-6597-A2EFC8E1CFC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5451" b="-4545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252D32-4858-F72E-DF1B-66E2374E4656}"/>
              </a:ext>
            </a:extLst>
          </p:cNvPr>
          <p:cNvSpPr/>
          <p:nvPr/>
        </p:nvSpPr>
        <p:spPr>
          <a:xfrm flipH="1">
            <a:off x="-2219617" y="-400900"/>
            <a:ext cx="4420184" cy="2110638"/>
          </a:xfrm>
          <a:custGeom>
            <a:avLst/>
            <a:gdLst/>
            <a:ahLst/>
            <a:cxnLst/>
            <a:rect l="l" t="t" r="r" b="b"/>
            <a:pathLst>
              <a:path w="4420184" h="2110638">
                <a:moveTo>
                  <a:pt x="4420184" y="0"/>
                </a:moveTo>
                <a:lnTo>
                  <a:pt x="0" y="0"/>
                </a:lnTo>
                <a:lnTo>
                  <a:pt x="0" y="2110638"/>
                </a:lnTo>
                <a:lnTo>
                  <a:pt x="4420184" y="2110638"/>
                </a:lnTo>
                <a:lnTo>
                  <a:pt x="44201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885C85F-6F28-3C85-095A-3A1082ED1BB7}"/>
              </a:ext>
            </a:extLst>
          </p:cNvPr>
          <p:cNvSpPr/>
          <p:nvPr/>
        </p:nvSpPr>
        <p:spPr>
          <a:xfrm>
            <a:off x="16551675" y="9152231"/>
            <a:ext cx="1736325" cy="1134769"/>
          </a:xfrm>
          <a:custGeom>
            <a:avLst/>
            <a:gdLst/>
            <a:ahLst/>
            <a:cxnLst/>
            <a:rect l="l" t="t" r="r" b="b"/>
            <a:pathLst>
              <a:path w="1736325" h="1134769">
                <a:moveTo>
                  <a:pt x="0" y="0"/>
                </a:moveTo>
                <a:lnTo>
                  <a:pt x="1736325" y="0"/>
                </a:lnTo>
                <a:lnTo>
                  <a:pt x="1736325" y="1134769"/>
                </a:lnTo>
                <a:lnTo>
                  <a:pt x="0" y="11347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7534" r="-91725" b="-15190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EBDC62-4135-E4B8-D710-98F7B57E7DF0}"/>
              </a:ext>
            </a:extLst>
          </p:cNvPr>
          <p:cNvSpPr/>
          <p:nvPr/>
        </p:nvSpPr>
        <p:spPr>
          <a:xfrm>
            <a:off x="17473660" y="7816823"/>
            <a:ext cx="658029" cy="900598"/>
          </a:xfrm>
          <a:custGeom>
            <a:avLst/>
            <a:gdLst/>
            <a:ahLst/>
            <a:cxnLst/>
            <a:rect l="l" t="t" r="r" b="b"/>
            <a:pathLst>
              <a:path w="658029" h="900598">
                <a:moveTo>
                  <a:pt x="0" y="0"/>
                </a:moveTo>
                <a:lnTo>
                  <a:pt x="658029" y="0"/>
                </a:lnTo>
                <a:lnTo>
                  <a:pt x="658029" y="900598"/>
                </a:lnTo>
                <a:lnTo>
                  <a:pt x="0" y="900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8916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6DD853-0FC4-ED71-BB04-BB49A7739860}"/>
              </a:ext>
            </a:extLst>
          </p:cNvPr>
          <p:cNvSpPr/>
          <p:nvPr/>
        </p:nvSpPr>
        <p:spPr>
          <a:xfrm>
            <a:off x="-20434" y="8825458"/>
            <a:ext cx="2805672" cy="1470583"/>
          </a:xfrm>
          <a:custGeom>
            <a:avLst/>
            <a:gdLst/>
            <a:ahLst/>
            <a:cxnLst/>
            <a:rect l="l" t="t" r="r" b="b"/>
            <a:pathLst>
              <a:path w="2805672" h="1470583">
                <a:moveTo>
                  <a:pt x="0" y="0"/>
                </a:moveTo>
                <a:lnTo>
                  <a:pt x="2805672" y="0"/>
                </a:lnTo>
                <a:lnTo>
                  <a:pt x="2805672" y="1470584"/>
                </a:lnTo>
                <a:lnTo>
                  <a:pt x="0" y="14705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297088" b="-108337"/>
            </a:stretch>
          </a:blipFill>
          <a:ln cap="sq">
            <a:noFill/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1D84D9B-80A4-AF9A-6B3E-4B078004AE68}"/>
              </a:ext>
            </a:extLst>
          </p:cNvPr>
          <p:cNvSpPr/>
          <p:nvPr/>
        </p:nvSpPr>
        <p:spPr>
          <a:xfrm>
            <a:off x="102447" y="2157223"/>
            <a:ext cx="616992" cy="653286"/>
          </a:xfrm>
          <a:custGeom>
            <a:avLst/>
            <a:gdLst/>
            <a:ahLst/>
            <a:cxnLst/>
            <a:rect l="l" t="t" r="r" b="b"/>
            <a:pathLst>
              <a:path w="616992" h="653286">
                <a:moveTo>
                  <a:pt x="0" y="0"/>
                </a:moveTo>
                <a:lnTo>
                  <a:pt x="616992" y="0"/>
                </a:lnTo>
                <a:lnTo>
                  <a:pt x="616992" y="653286"/>
                </a:lnTo>
                <a:lnTo>
                  <a:pt x="0" y="653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01838" t="-95061" r="-100161" b="-930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720EFF-C62B-A103-0A7D-374FA7A4BFB8}"/>
              </a:ext>
            </a:extLst>
          </p:cNvPr>
          <p:cNvSpPr/>
          <p:nvPr/>
        </p:nvSpPr>
        <p:spPr>
          <a:xfrm>
            <a:off x="16162698" y="0"/>
            <a:ext cx="2125302" cy="1262062"/>
          </a:xfrm>
          <a:custGeom>
            <a:avLst/>
            <a:gdLst/>
            <a:ahLst/>
            <a:cxnLst/>
            <a:rect l="l" t="t" r="r" b="b"/>
            <a:pathLst>
              <a:path w="2125302" h="1262062">
                <a:moveTo>
                  <a:pt x="0" y="0"/>
                </a:moveTo>
                <a:lnTo>
                  <a:pt x="2125302" y="0"/>
                </a:lnTo>
                <a:lnTo>
                  <a:pt x="2125302" y="1262062"/>
                </a:lnTo>
                <a:lnTo>
                  <a:pt x="0" y="12620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EDB1FC5-397B-C83E-6C19-A309F3A511DD}"/>
              </a:ext>
            </a:extLst>
          </p:cNvPr>
          <p:cNvSpPr txBox="1"/>
          <p:nvPr/>
        </p:nvSpPr>
        <p:spPr>
          <a:xfrm>
            <a:off x="2504467" y="109537"/>
            <a:ext cx="9691085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II.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Rắn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săn</a:t>
            </a:r>
            <a:r>
              <a:rPr lang="en-US" sz="6000" b="1" dirty="0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 b="1" dirty="0" err="1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mồi</a:t>
            </a:r>
            <a:endParaRPr lang="en-US" sz="6000" b="1" dirty="0">
              <a:solidFill>
                <a:srgbClr val="1B1C54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09F80C1-6F3B-DD02-B72B-24169B8D37AF}"/>
              </a:ext>
            </a:extLst>
          </p:cNvPr>
          <p:cNvSpPr txBox="1"/>
          <p:nvPr/>
        </p:nvSpPr>
        <p:spPr>
          <a:xfrm>
            <a:off x="2525212" y="1147762"/>
            <a:ext cx="5830476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3. Demo</a:t>
            </a:r>
          </a:p>
        </p:txBody>
      </p:sp>
      <p:pic>
        <p:nvPicPr>
          <p:cNvPr id="11" name="1036616043742064216">
            <a:hlinkClick r:id="" action="ppaction://media"/>
            <a:extLst>
              <a:ext uri="{FF2B5EF4-FFF2-40B4-BE49-F238E27FC236}">
                <a16:creationId xmlns:a16="http://schemas.microsoft.com/office/drawing/2014/main" id="{F8BC36D6-D63B-0CBC-0738-071D7EBFB1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497558" y="328741"/>
            <a:ext cx="5830475" cy="1037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777" b="-13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940183" cy="1249945"/>
          </a:xfrm>
          <a:custGeom>
            <a:avLst/>
            <a:gdLst/>
            <a:ahLst/>
            <a:cxnLst/>
            <a:rect l="l" t="t" r="r" b="b"/>
            <a:pathLst>
              <a:path w="4940183" h="1249945">
                <a:moveTo>
                  <a:pt x="0" y="0"/>
                </a:moveTo>
                <a:lnTo>
                  <a:pt x="4940183" y="0"/>
                </a:lnTo>
                <a:lnTo>
                  <a:pt x="4940183" y="1249945"/>
                </a:lnTo>
                <a:lnTo>
                  <a:pt x="0" y="1249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285" t="-2720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14679181" y="9156340"/>
            <a:ext cx="6771660" cy="2090750"/>
          </a:xfrm>
          <a:custGeom>
            <a:avLst/>
            <a:gdLst/>
            <a:ahLst/>
            <a:cxnLst/>
            <a:rect l="l" t="t" r="r" b="b"/>
            <a:pathLst>
              <a:path w="6771660" h="2090750">
                <a:moveTo>
                  <a:pt x="0" y="2090750"/>
                </a:moveTo>
                <a:lnTo>
                  <a:pt x="6771659" y="2090750"/>
                </a:lnTo>
                <a:lnTo>
                  <a:pt x="6771659" y="0"/>
                </a:lnTo>
                <a:lnTo>
                  <a:pt x="0" y="0"/>
                </a:lnTo>
                <a:lnTo>
                  <a:pt x="0" y="20907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664946" y="4591685"/>
            <a:ext cx="8958108" cy="116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60"/>
              </a:lnSpc>
              <a:spcBef>
                <a:spcPct val="0"/>
              </a:spcBef>
            </a:pPr>
            <a:r>
              <a:rPr lang="en-US" sz="8000" b="1" u="none" strike="noStrike">
                <a:solidFill>
                  <a:srgbClr val="1B1C54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20956" y="8454644"/>
            <a:ext cx="2662118" cy="403387"/>
            <a:chOff x="0" y="0"/>
            <a:chExt cx="3549491" cy="537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7849" cy="537849"/>
            </a:xfrm>
            <a:custGeom>
              <a:avLst/>
              <a:gdLst/>
              <a:ahLst/>
              <a:cxnLst/>
              <a:rect l="l" t="t" r="r" b="b"/>
              <a:pathLst>
                <a:path w="537849" h="537849">
                  <a:moveTo>
                    <a:pt x="0" y="0"/>
                  </a:moveTo>
                  <a:lnTo>
                    <a:pt x="537849" y="0"/>
                  </a:lnTo>
                  <a:lnTo>
                    <a:pt x="537849" y="537849"/>
                  </a:lnTo>
                  <a:lnTo>
                    <a:pt x="0" y="537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874" y="13472"/>
              <a:ext cx="2801617" cy="436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 b="1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ml-iotlab.com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465" y="6527886"/>
            <a:ext cx="2559891" cy="607651"/>
            <a:chOff x="0" y="0"/>
            <a:chExt cx="808770" cy="1919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8770" cy="191981"/>
            </a:xfrm>
            <a:custGeom>
              <a:avLst/>
              <a:gdLst/>
              <a:ahLst/>
              <a:cxnLst/>
              <a:rect l="l" t="t" r="r" b="b"/>
              <a:pathLst>
                <a:path w="808770" h="191981">
                  <a:moveTo>
                    <a:pt x="51413" y="0"/>
                  </a:moveTo>
                  <a:lnTo>
                    <a:pt x="757357" y="0"/>
                  </a:lnTo>
                  <a:cubicBezTo>
                    <a:pt x="785752" y="0"/>
                    <a:pt x="808770" y="23019"/>
                    <a:pt x="808770" y="51413"/>
                  </a:cubicBezTo>
                  <a:lnTo>
                    <a:pt x="808770" y="140567"/>
                  </a:lnTo>
                  <a:cubicBezTo>
                    <a:pt x="808770" y="168962"/>
                    <a:pt x="785752" y="191981"/>
                    <a:pt x="757357" y="191981"/>
                  </a:cubicBezTo>
                  <a:lnTo>
                    <a:pt x="51413" y="191981"/>
                  </a:lnTo>
                  <a:cubicBezTo>
                    <a:pt x="23019" y="191981"/>
                    <a:pt x="0" y="168962"/>
                    <a:pt x="0" y="140567"/>
                  </a:cubicBezTo>
                  <a:lnTo>
                    <a:pt x="0" y="51413"/>
                  </a:lnTo>
                  <a:cubicBezTo>
                    <a:pt x="0" y="23019"/>
                    <a:pt x="23019" y="0"/>
                    <a:pt x="5141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808770" cy="277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CONTACT US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7928" y="7458226"/>
            <a:ext cx="4239458" cy="404440"/>
            <a:chOff x="0" y="0"/>
            <a:chExt cx="5652610" cy="539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9253" cy="539253"/>
            </a:xfrm>
            <a:custGeom>
              <a:avLst/>
              <a:gdLst/>
              <a:ahLst/>
              <a:cxnLst/>
              <a:rect l="l" t="t" r="r" b="b"/>
              <a:pathLst>
                <a:path w="539253" h="539253">
                  <a:moveTo>
                    <a:pt x="0" y="0"/>
                  </a:moveTo>
                  <a:lnTo>
                    <a:pt x="539253" y="0"/>
                  </a:lnTo>
                  <a:lnTo>
                    <a:pt x="539253" y="539253"/>
                  </a:lnTo>
                  <a:lnTo>
                    <a:pt x="0" y="53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911" y="16973"/>
              <a:ext cx="4900700" cy="438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 b="1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403.1 H6, BKHCM Campus 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5958" y="7957949"/>
            <a:ext cx="4231428" cy="401412"/>
            <a:chOff x="0" y="0"/>
            <a:chExt cx="5641904" cy="5352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5216" cy="535216"/>
            </a:xfrm>
            <a:custGeom>
              <a:avLst/>
              <a:gdLst/>
              <a:ahLst/>
              <a:cxnLst/>
              <a:rect l="l" t="t" r="r" b="b"/>
              <a:pathLst>
                <a:path w="535216" h="535216">
                  <a:moveTo>
                    <a:pt x="0" y="0"/>
                  </a:moveTo>
                  <a:lnTo>
                    <a:pt x="535216" y="0"/>
                  </a:lnTo>
                  <a:lnTo>
                    <a:pt x="535216" y="535216"/>
                  </a:lnTo>
                  <a:lnTo>
                    <a:pt x="0" y="53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205" y="14954"/>
              <a:ext cx="4900700" cy="438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mlandiotlab@gmail.com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7928" y="8954120"/>
            <a:ext cx="4239458" cy="404440"/>
            <a:chOff x="0" y="0"/>
            <a:chExt cx="5652610" cy="539253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39253" cy="539253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48435" tIns="48435" rIns="48435" bIns="48435" rtlCol="0" anchor="ctr"/>
              <a:lstStyle/>
              <a:p>
                <a:pPr algn="ctr">
                  <a:lnSpc>
                    <a:spcPts val="3565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91607" y="116731"/>
              <a:ext cx="160118" cy="338874"/>
            </a:xfrm>
            <a:custGeom>
              <a:avLst/>
              <a:gdLst/>
              <a:ahLst/>
              <a:cxnLst/>
              <a:rect l="l" t="t" r="r" b="b"/>
              <a:pathLst>
                <a:path w="160118" h="338874">
                  <a:moveTo>
                    <a:pt x="0" y="0"/>
                  </a:moveTo>
                  <a:lnTo>
                    <a:pt x="160118" y="0"/>
                  </a:lnTo>
                  <a:lnTo>
                    <a:pt x="160118" y="338874"/>
                  </a:lnTo>
                  <a:lnTo>
                    <a:pt x="0" y="33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911" y="16973"/>
              <a:ext cx="4900700" cy="438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facebook.com/hcmut.ml.iot.lab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20956" y="9454649"/>
            <a:ext cx="4236430" cy="401412"/>
            <a:chOff x="0" y="0"/>
            <a:chExt cx="5648574" cy="5352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5216" cy="535216"/>
            </a:xfrm>
            <a:custGeom>
              <a:avLst/>
              <a:gdLst/>
              <a:ahLst/>
              <a:cxnLst/>
              <a:rect l="l" t="t" r="r" b="b"/>
              <a:pathLst>
                <a:path w="535216" h="535216">
                  <a:moveTo>
                    <a:pt x="0" y="0"/>
                  </a:moveTo>
                  <a:lnTo>
                    <a:pt x="535216" y="0"/>
                  </a:lnTo>
                  <a:lnTo>
                    <a:pt x="535216" y="535216"/>
                  </a:lnTo>
                  <a:lnTo>
                    <a:pt x="0" y="53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874" y="14954"/>
              <a:ext cx="4900700" cy="438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youtube.com/@mliotlab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6464853" y="0"/>
            <a:ext cx="1646045" cy="1646045"/>
          </a:xfrm>
          <a:custGeom>
            <a:avLst/>
            <a:gdLst/>
            <a:ahLst/>
            <a:cxnLst/>
            <a:rect l="l" t="t" r="r" b="b"/>
            <a:pathLst>
              <a:path w="1646045" h="1646045">
                <a:moveTo>
                  <a:pt x="0" y="0"/>
                </a:moveTo>
                <a:lnTo>
                  <a:pt x="1646044" y="0"/>
                </a:lnTo>
                <a:lnTo>
                  <a:pt x="1646044" y="1646045"/>
                </a:lnTo>
                <a:lnTo>
                  <a:pt x="0" y="164604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123</Words>
  <Application>Microsoft Office PowerPoint</Application>
  <PresentationFormat>Custom</PresentationFormat>
  <Paragraphs>32</Paragraphs>
  <Slides>10</Slides>
  <Notes>6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IoT Lab - ppt template</dc:title>
  <cp:lastModifiedBy>BUI NGUYEN QUYNH NHU</cp:lastModifiedBy>
  <cp:revision>2</cp:revision>
  <dcterms:created xsi:type="dcterms:W3CDTF">2006-08-16T00:00:00Z</dcterms:created>
  <dcterms:modified xsi:type="dcterms:W3CDTF">2026-02-07T06:41:43Z</dcterms:modified>
  <dc:identifier>DAGqhGXF_N8</dc:identifier>
</cp:coreProperties>
</file>